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91"/>
    <p:restoredTop sz="96255"/>
  </p:normalViewPr>
  <p:slideViewPr>
    <p:cSldViewPr snapToGrid="0">
      <p:cViewPr varScale="1">
        <p:scale>
          <a:sx n="126" d="100"/>
          <a:sy n="126" d="100"/>
        </p:scale>
        <p:origin x="14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68F0-DF93-0C47-B70F-DD50A9BF6D36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829A-A954-BD4B-A88A-F60980760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628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68F0-DF93-0C47-B70F-DD50A9BF6D36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829A-A954-BD4B-A88A-F60980760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33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68F0-DF93-0C47-B70F-DD50A9BF6D36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829A-A954-BD4B-A88A-F60980760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31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68F0-DF93-0C47-B70F-DD50A9BF6D36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829A-A954-BD4B-A88A-F60980760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79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68F0-DF93-0C47-B70F-DD50A9BF6D36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829A-A954-BD4B-A88A-F60980760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82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68F0-DF93-0C47-B70F-DD50A9BF6D36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829A-A954-BD4B-A88A-F60980760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44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68F0-DF93-0C47-B70F-DD50A9BF6D36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829A-A954-BD4B-A88A-F60980760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886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68F0-DF93-0C47-B70F-DD50A9BF6D36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829A-A954-BD4B-A88A-F60980760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07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68F0-DF93-0C47-B70F-DD50A9BF6D36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829A-A954-BD4B-A88A-F60980760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643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68F0-DF93-0C47-B70F-DD50A9BF6D36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829A-A954-BD4B-A88A-F60980760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68F0-DF93-0C47-B70F-DD50A9BF6D36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829A-A954-BD4B-A88A-F60980760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5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168F0-DF93-0C47-B70F-DD50A9BF6D36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D829A-A954-BD4B-A88A-F60980760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36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6941E3B9-3E12-9A5D-0EBF-15E0EDED8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530"/>
          <a:stretch>
            <a:fillRect/>
          </a:stretch>
        </p:blipFill>
        <p:spPr bwMode="auto">
          <a:xfrm>
            <a:off x="165538" y="114094"/>
            <a:ext cx="3369104" cy="6442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C8D4D2E-A011-167E-2582-86458DB37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70" r="34166"/>
          <a:stretch>
            <a:fillRect/>
          </a:stretch>
        </p:blipFill>
        <p:spPr bwMode="auto">
          <a:xfrm>
            <a:off x="3534642" y="212453"/>
            <a:ext cx="3677251" cy="6060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Chasing My Cure: A Doctor's Race to Turn Hope into Action by David  Fajgenbaum | Goodreads">
            <a:extLst>
              <a:ext uri="{FF2B5EF4-FFF2-40B4-BE49-F238E27FC236}">
                <a16:creationId xmlns:a16="http://schemas.microsoft.com/office/drawing/2014/main" id="{E4402000-7C00-6B9D-1A5C-482391CDD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894" y="1903747"/>
            <a:ext cx="1766567" cy="2677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3233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075555-9816-75EF-28C8-83A48A2FD4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2"/>
          <a:stretch/>
        </p:blipFill>
        <p:spPr>
          <a:xfrm>
            <a:off x="180542" y="335280"/>
            <a:ext cx="8782916" cy="618744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7D5BC04-D46C-3734-80B4-D14212DBF0A1}"/>
              </a:ext>
            </a:extLst>
          </p:cNvPr>
          <p:cNvSpPr/>
          <p:nvPr/>
        </p:nvSpPr>
        <p:spPr>
          <a:xfrm>
            <a:off x="6924907" y="100361"/>
            <a:ext cx="669073" cy="6690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EC79CE-540E-A457-EFC5-76FC1850AD3A}"/>
              </a:ext>
            </a:extLst>
          </p:cNvPr>
          <p:cNvSpPr/>
          <p:nvPr/>
        </p:nvSpPr>
        <p:spPr>
          <a:xfrm>
            <a:off x="7538484" y="232490"/>
            <a:ext cx="1605516" cy="16979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455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D66977E-3530-2E2D-05C7-F338188AF6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080" y="41354"/>
            <a:ext cx="7863840" cy="6775291"/>
          </a:xfrm>
        </p:spPr>
      </p:pic>
    </p:spTree>
    <p:extLst>
      <p:ext uri="{BB962C8B-B14F-4D97-AF65-F5344CB8AC3E}">
        <p14:creationId xmlns:p14="http://schemas.microsoft.com/office/powerpoint/2010/main" val="3270672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921D97-2F52-C113-492D-56B9901C6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6545"/>
            <a:ext cx="4760092" cy="653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E9D2CD60-4C6B-B1BE-2455-B3ABC374E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092" y="1243518"/>
            <a:ext cx="4491939" cy="3816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692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</TotalTime>
  <Words>0</Words>
  <Application>Microsoft Macintosh PowerPoint</Application>
  <PresentationFormat>On-screen Show (4:3)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Amrit Singh</dc:creator>
  <cp:lastModifiedBy>Amrit Singh</cp:lastModifiedBy>
  <cp:revision>2</cp:revision>
  <dcterms:created xsi:type="dcterms:W3CDTF">2026-07-28T04:13:37Z</dcterms:created>
  <dcterms:modified xsi:type="dcterms:W3CDTF">2026-07-28T04:36:44Z</dcterms:modified>
</cp:coreProperties>
</file>