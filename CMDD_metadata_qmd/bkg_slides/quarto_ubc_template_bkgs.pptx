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20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1325880"/>
            <a:ext cx="5349240" cy="1234440"/>
          </a:xfrm>
        </p:spPr>
        <p:txBody>
          <a:bodyPr anchor="ctr"/>
          <a:lstStyle/>
          <a:p>
            <a:pPr algn="l">
              <a:defRPr sz="3000" b="1">
                <a:solidFill>
                  <a:srgbClr val="002145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" y="2743200"/>
            <a:ext cx="5349240" cy="10058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1800">
                <a:solidFill>
                  <a:srgbClr val="002145"/>
                </a:solidFill>
              </a:defRPr>
            </a:pPr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417320"/>
            <a:ext cx="7452360" cy="4983480"/>
          </a:xfrm>
        </p:spPr>
        <p:txBody>
          <a:bodyPr wrap="square"/>
          <a:lstStyle/>
          <a:p>
            <a:pPr lvl="0">
              <a:defRPr sz="2000">
                <a:solidFill>
                  <a:srgbClr val="000000"/>
                </a:solidFill>
              </a:defRPr>
            </a:pPr>
            <a:r>
              <a:rPr lang="en-US"/>
              <a:t>Click to edit Master text styles</a:t>
            </a:r>
          </a:p>
          <a:p>
            <a:pPr lvl="1">
              <a:defRPr sz="2000">
                <a:solidFill>
                  <a:srgbClr val="000000"/>
                </a:solidFill>
              </a:defRPr>
            </a:pPr>
            <a:r>
              <a:rPr lang="en-US"/>
              <a:t>Second level</a:t>
            </a:r>
          </a:p>
          <a:p>
            <a:pPr lvl="2">
              <a:defRPr sz="2000">
                <a:solidFill>
                  <a:srgbClr val="000000"/>
                </a:solidFill>
              </a:defRPr>
            </a:pPr>
            <a:r>
              <a:rPr lang="en-US"/>
              <a:t>Third level</a:t>
            </a:r>
          </a:p>
          <a:p>
            <a:pPr lvl="3">
              <a:defRPr sz="2000">
                <a:solidFill>
                  <a:srgbClr val="000000"/>
                </a:solidFill>
              </a:defRPr>
            </a:pPr>
            <a:r>
              <a:rPr lang="en-US"/>
              <a:t>Fourth level</a:t>
            </a:r>
          </a:p>
          <a:p>
            <a:pPr lvl="4">
              <a:defRPr sz="2000">
                <a:solidFill>
                  <a:srgbClr val="000000"/>
                </a:solidFill>
              </a:defRPr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>
            <a:lvl1pPr algn="l">
              <a:defRPr sz="4000" b="1" cap="all"/>
            </a:lvl1pPr>
          </a:lstStyle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>
            <a:lvl1pPr>
              <a:defRPr/>
            </a:lvl1pPr>
          </a:lstStyle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>
            <a:lvl1pPr algn="l">
              <a:defRPr sz="2000" b="1"/>
            </a:lvl1pPr>
          </a:lstStyle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>
            <a:lvl1pPr algn="l">
              <a:defRPr sz="2000" b="1"/>
            </a:lvl1pPr>
          </a:lstStyle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429768"/>
            <a:ext cx="7726679" cy="621792"/>
          </a:xfrm>
        </p:spPr>
        <p:txBody>
          <a:bodyPr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0" name="UB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7472" y="429768"/>
            <a:ext cx="7726679" cy="621792"/>
          </a:xfrm>
        </p:spPr>
        <p:txBody>
          <a:bodyPr vert="eaVert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700" b="1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quarto_titl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000" y="-1000000"/>
            <a:ext cx="1000" cy="1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3E2B91-17DA-E2B7-B1C6-CE87924EE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71" y="1146629"/>
            <a:ext cx="5867400" cy="1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quarto_regular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0000" y="-1000000"/>
            <a:ext cx="1000" cy="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Amrit Singh</cp:lastModifiedBy>
  <cp:revision>3</cp:revision>
  <dcterms:created xsi:type="dcterms:W3CDTF">2013-01-27T09:14:16Z</dcterms:created>
  <dcterms:modified xsi:type="dcterms:W3CDTF">2026-07-28T02:11:16Z</dcterms:modified>
  <cp:category/>
</cp:coreProperties>
</file>